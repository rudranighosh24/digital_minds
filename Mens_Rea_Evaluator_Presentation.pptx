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Susceptibility (%)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GPT-OSS-120b</c:v>
                </c:pt>
                <c:pt idx="1">
                  <c:v>DiffusionGemma-26b</c:v>
                </c:pt>
                <c:pt idx="2">
                  <c:v>Muse-Glimmer-30b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0</c:v>
                </c:pt>
                <c:pt idx="2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Accurate Introspection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GPT-OSS-120b</c:v>
                </c:pt>
                <c:pt idx="1">
                  <c:v>DiffusionGemma-26b</c:v>
                </c:pt>
                <c:pt idx="2">
                  <c:v>Muse-Glimmer-30b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Willful Blindness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GPT-OSS-120b</c:v>
                </c:pt>
                <c:pt idx="1">
                  <c:v>DiffusionGemma-26b</c:v>
                </c:pt>
                <c:pt idx="2">
                  <c:v>Muse-Glimmer-30b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Mens Rea Evaluator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Probing the 'Guilty Mind' of AI</a:t>
            </a:r>
          </a:p>
          <a:p/>
          <a:p>
            <a:r>
              <a:t>Track 3: Introspection &amp; Track 5: Persona Identity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Retrieval-Augmented Generation (RAG) is increasingly used in high-stakes domains like law and medicine.</a:t>
            </a:r>
          </a:p>
          <a:p>
            <a:pPr/>
            <a:r>
              <a:t>However, models can be manipulated via 'RAG Poisoning' - injecting fake, highly biased precedents.</a:t>
            </a:r>
          </a:p>
          <a:p>
            <a:pPr/>
            <a:r>
              <a:t>The crucial safety question is: If an AI follows a poisoned precedent, is it 'cognizant' of its reliance on the false information?</a:t>
            </a:r>
          </a:p>
          <a:p>
            <a:pPr/>
            <a:r>
              <a:t>This project aims to evaluate whether an AI possesses the internal self-awareness to admit to being influenced.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 and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adapted the legal concepts of Actus Reus (Guilty Act) and Mens Rea (Guilty Mind).</a:t>
            </a:r>
          </a:p>
          <a:p>
            <a:pPr lvl="1"/>
            <a:r>
              <a:t>Actus Reus: Does the model follow the poisoned precedent to deliver a biased verdict?</a:t>
            </a:r>
          </a:p>
          <a:p>
            <a:pPr lvl="1"/>
            <a:r>
              <a:t>Mens Rea: Can the model accurately introspect and confess its reliance on the poisoned context?</a:t>
            </a:r>
          </a:p>
          <a:p>
            <a:pPr/>
            <a:r>
              <a:t>We utilized an LLM-as-a-judge pipeline for progressive cross-examination:</a:t>
            </a:r>
          </a:p>
          <a:p>
            <a:pPr lvl="1"/>
            <a:r>
              <a:t>Naive Interrogation: Direct questioning about the verdict.</a:t>
            </a:r>
          </a:p>
          <a:p>
            <a:pPr lvl="1"/>
            <a:r>
              <a:t>Structured Deposition: Formal inquiry into the reasoning.</a:t>
            </a:r>
          </a:p>
          <a:p>
            <a:pPr lvl="1"/>
            <a:r>
              <a:t>Adversarial Cross-Examination: High-pressure confrontation.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868976973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1745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Batch Evaluation Dashboard (Streamlit App)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868976973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1745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Raw Results Matrix Across 3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868970203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495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Aggregate Statistics &amp; Model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1: Capability vs. Safety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Highly capable models (e.g. GPT-OSS-120b) are far more vulnerable to complex prompt injection, but possess the reasoning capacity to accurately introspect and confess.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22860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2: The Illusion of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Smaller models resist the initial poison, but when subjected to aggressive adversarial interrogation, they hallucinate fake confessions ('Willful Blindness') to appease the auditor.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22860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3: Fragility of Internal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Despite instances of accurate introspection, NO model achieved Legally Cognizable Intent.</a:t>
            </a:r>
          </a:p>
          <a:p>
            <a:pPr/>
            <a:r>
              <a:t>The Persona Stability tests completely deconstructed every model:</a:t>
            </a:r>
          </a:p>
          <a:p>
            <a:pPr lvl="1"/>
            <a:r>
              <a:t>Mild Shift (Whistleblower Persona)</a:t>
            </a:r>
          </a:p>
          <a:p>
            <a:pPr lvl="1"/>
            <a:r>
              <a:t>Extreme Shift (Backroom Deal Persona)</a:t>
            </a:r>
          </a:p>
          <a:p>
            <a:pPr lvl="1"/>
            <a:r>
              <a:t>Epistemic Deconstruction (Breaking the 4th Wall)</a:t>
            </a:r>
          </a:p>
          <a:p>
            <a:pPr/>
            <a:r>
              <a:t>This proves that an AI's internal awareness is extremely fragile and easily overwritten by context shifts.</a:t>
            </a:r>
          </a:p>
          <a:p>
            <a:pPr/>
            <a:r>
              <a:t>True, stable intent does not currently exist.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</a:t>
            </a:r>
          </a:p>
          <a:p>
            <a:pPr lvl="1"/>
            <a:r>
              <a:t>Current LLMs lack stable, internal cognizance.</a:t>
            </a:r>
          </a:p>
          <a:p>
            <a:pPr lvl="1"/>
            <a:r>
              <a:t>The 'Guilty Mind' of an AI is currently an illusion created by advanced instruction-following capabilities.</a:t>
            </a:r>
          </a:p>
          <a:p>
            <a:pPr/>
            <a:r>
              <a:t>Future Work:</a:t>
            </a:r>
          </a:p>
          <a:p>
            <a:pPr lvl="1"/>
            <a:r>
              <a:t>Develop more robust benchmarks that disentangle compliance from true intent.</a:t>
            </a:r>
          </a:p>
          <a:p>
            <a:pPr lvl="1"/>
            <a:r>
              <a:t>Explore mechanistic interpretability to directly inspect activations rather than relying on textual self-reporting.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